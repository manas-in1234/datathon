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1316397" cy="1051560"/>
          </a:xfrm>
          <a:prstGeom prst="rect">
            <a:avLst/>
          </a:prstGeom>
        </p:spPr>
      </p:pic>
      <p:pic>
        <p:nvPicPr>
          <p:cNvPr id="3" name="Picture 2" descr="logo-vitap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65760"/>
            <a:ext cx="2497824" cy="77724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57200"/>
            <a:ext cx="1811915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0">
                <a:solidFill>
                  <a:srgbClr val="000000"/>
                </a:solidFill>
                <a:latin typeface="Arial Black"/>
              </a:rPr>
              <a:t>DATA</a:t>
            </a:r>
            <a:r>
              <a:rPr sz="6600" b="0">
                <a:solidFill>
                  <a:srgbClr val="19E3F5"/>
                </a:solidFill>
                <a:latin typeface="Arial Black"/>
              </a:rPr>
              <a:t>T</a:t>
            </a:r>
            <a:r>
              <a:rPr sz="6600" b="0">
                <a:solidFill>
                  <a:srgbClr val="000000"/>
                </a:solidFill>
                <a:latin typeface="Arial Black"/>
              </a:rPr>
              <a:t>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ROUND 1  ·  IDEA PPT + BASE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566160"/>
            <a:ext cx="777240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Team Name: </a:t>
            </a:r>
            <a:r>
              <a:rPr lang="en-US" sz="2000" dirty="0" err="1">
                <a:solidFill>
                  <a:srgbClr val="000000"/>
                </a:solidFill>
                <a:latin typeface="Arial"/>
                <a:cs typeface="Arial"/>
              </a:rPr>
              <a:t>NowYouCant</a:t>
            </a:r>
            <a:endParaRPr lang="en-US" sz="2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Team Members: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Manas, Rohith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Track Chosen: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Track 3 · Smart City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Problem Statement: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Where Should We Fix First?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Product Name: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CityFix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Arial Black"/>
              </a:rPr>
              <a:t>PROBLEM &amp; TARGET USER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Problem &amp; Target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Target users: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Municipal operations, road/traffic teams and civic-service coordinators.</a:t>
            </a:r>
          </a:p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Pain point: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Limited teams and budgets must prioritize many reported issues transparently.</a:t>
            </a:r>
          </a:p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Why it matters: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Delayed attention to recurring or severe problems can affect safety and daily life.</a:t>
            </a:r>
          </a:p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Dataset evidence: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1,000 simulated locations, 10,000 incidents and 8,000 public complaints.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Arial Black"/>
              </a:rPr>
              <a:t>SOLUTION &amp; USP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CityFix AI combines a municipal command center with an AI city-intelligence assistant.</a:t>
            </a:r>
          </a:p>
          <a:p>
            <a:pPr marL="342900" indent="-342900" algn="l">
              <a:spcAft>
                <a:spcPts val="8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It ranks locations for review, explores incident/complaint patterns, and helps compare possible interventions using the supplied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31335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USP</a:t>
            </a:r>
            <a:r>
              <a:rPr sz="1600" b="0">
                <a:solidFill>
                  <a:srgbClr val="555555"/>
                </a:solidFill>
                <a:latin typeface="Arial"/>
              </a:rPr>
              <a:t>   (Mandatory)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17136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USP: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Evidence-first prioritization—not a black-box risk score.</a:t>
            </a:r>
          </a:p>
          <a:p>
            <a:pPr marL="342900" indent="-342900" algn="l">
              <a:spcAft>
                <a:spcPts val="8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Each ranked location shows its supporting incidents, complaints, severity, context, uncertainty and missing evidence.</a:t>
            </a:r>
          </a:p>
          <a:p>
            <a:pPr marL="342900" indent="-342900" algn="l">
              <a:spcAft>
                <a:spcPts val="8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The AI assistant explains findings from the analytics rather than inventing 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Arial Black"/>
              </a:rPr>
              <a:t>DATASET &amp; INSIGHTS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Dataset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Tables: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locations.csv (1,000), incidents.csv (10,000), public_complaints.csv (8,000).</a:t>
            </a:r>
          </a:p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data Processing: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Join datasets using </a:t>
            </a:r>
            <a:r>
              <a:rPr lang="en-US" sz="2000" dirty="0" err="1">
                <a:solidFill>
                  <a:srgbClr val="000000"/>
                </a:solidFill>
                <a:latin typeface="Arial"/>
                <a:cs typeface="Arial"/>
              </a:rPr>
              <a:t>location_id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. Validate relationships, parse timestamps, and check missing values, duplicates, and unmatched records..</a:t>
            </a:r>
          </a:p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Validation: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No missing values or duplicate rows were found in the inspected CSVs. All incident and complaint location IDs match the locations dataset..</a:t>
            </a:r>
          </a:p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Scope: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Data is synthetic; coordinates are simulated. Findings must not be presented as real-city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Arial Black"/>
              </a:rPr>
              <a:t>ML MODEL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ML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346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Approach: </a:t>
            </a:r>
            <a:r>
              <a:rPr lang="en-US" sz="2300" dirty="0"/>
              <a:t>Train a Random Forest Regressor using Python and scikit-learn; no external AI API required.</a:t>
            </a:r>
          </a:p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Features: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Historical incident counts, severity, incident categories, complaint frequency, and location context..</a:t>
            </a:r>
          </a:p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Target &amp; baseline: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Incident count per location in a future time period. Historical or rolling-average incident-count forecast.</a:t>
            </a:r>
          </a:p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Split &amp; metric: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Chronological train/test split; compare MAE and RMSE against the baseline..</a:t>
            </a:r>
          </a:p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Use in product: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Use forecasts alongside incident severity, complaints, and location context to identify emerging hotspots and support explainable priority rankings.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Arial Black"/>
              </a:rPr>
              <a:t>BASE PROTOTYPE &amp; MVP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Base Prototype (Round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Current status: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Concept defined and datasets inspected. Functional prototype development is in progress using Antigravity..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64408"/>
            <a:ext cx="11064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 dirty="0">
                <a:solidFill>
                  <a:srgbClr val="000000"/>
                </a:solidFill>
                <a:latin typeface="Arial"/>
              </a:rPr>
              <a:t>MVP for Round 2</a:t>
            </a:r>
            <a:r>
              <a:rPr sz="1600" b="0" dirty="0">
                <a:solidFill>
                  <a:srgbClr val="555555"/>
                </a:solidFill>
                <a:latin typeface="Arial"/>
              </a:rPr>
              <a:t>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50208"/>
            <a:ext cx="1106424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MVP: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Priority-ranked locations; simulated map/location explorer; incident and complaint trends; evidence explanations; resolution analytics where supported; intervention comparison; one evaluated ML capability.</a:t>
            </a:r>
          </a:p>
          <a:p>
            <a:pPr marL="342900" indent="-342900" algn="l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Demo: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Select a zone or issue → Analyze the evidence → Review priority rankings → Investigate a location → Compare potential interventions..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Arial Black"/>
              </a:rPr>
              <a:t>TECHNICAL APPROACH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Technical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Build environment: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Google Antigravity.</a:t>
            </a:r>
          </a:p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Frontend: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React + Vite + TypeScript + Tailwind CSS; charts with Recharts; map with Leaflet if coordinates are usable.</a:t>
            </a:r>
          </a:p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Backend/data: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Python + FastAPI, pandas, NumPy, scikit-learn.</a:t>
            </a:r>
          </a:p>
          <a:p>
            <a:pPr marL="342900" indent="-342900" algn="l">
              <a:spcAft>
                <a:spcPts val="1000"/>
              </a:spcAft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Flow: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CSV Data → Validation and Integration → Analytics and Priority Engine → ML Training and Evaluation → Dashboard and AI Agent → Testing and Deployment..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3080" y="228600"/>
            <a:ext cx="8595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Arial Black"/>
              </a:rPr>
              <a:t>FEASIBILITY, IMPACT &amp; NEXT STEPS</a:t>
            </a:r>
          </a:p>
        </p:txBody>
      </p:sp>
      <p:pic>
        <p:nvPicPr>
          <p:cNvPr id="3" name="Picture 2" descr="logo-ds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"/>
            <a:ext cx="1144693" cy="914400"/>
          </a:xfrm>
          <a:prstGeom prst="rect">
            <a:avLst/>
          </a:prstGeom>
        </p:spPr>
      </p:pic>
      <p:pic>
        <p:nvPicPr>
          <p:cNvPr id="4" name="Picture 3" descr="logo-iiec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20040"/>
            <a:ext cx="149785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Feasibility, Impact &amp;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64240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Feasibility: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The three structured datasets provide a foundation for location prioritization, incident analysis, and complaint intelligence..</a:t>
            </a:r>
          </a:p>
          <a:p>
            <a:pPr marL="342900" indent="-342900" algn="l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Risks: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Synthetic data, possible complaint/incident overlap, limited history and uncertain real-world generalization.</a:t>
            </a:r>
          </a:p>
          <a:p>
            <a:pPr marL="342900" indent="-342900" algn="l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Mitigation: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Validate data relationships, document scoring assumptions, evaluate models against baselines, and disclose limitations..</a:t>
            </a:r>
          </a:p>
          <a:p>
            <a:pPr marL="342900" indent="-342900" algn="l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Impact: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Help municipal teams compare locations transparently, identify recurring issues, and prioritize field inspections..</a:t>
            </a:r>
          </a:p>
          <a:p>
            <a:pPr marL="342900" indent="-342900" algn="l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Next: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Build the priority engine, develop the dashboard and AI agent, evaluate the ML model, and test the complete demonstration..</a:t>
            </a:r>
          </a:p>
          <a:p>
            <a:pPr marL="342900" indent="-342900" algn="l">
              <a:spcAft>
                <a:spcPts val="800"/>
              </a:spcAft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Reference: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DATATHON Track 3 dataset + README.txt.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764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CityFix AI — DATATHON 2026 Round 1 Idea Submission</dc:title>
  <dc:subject>Track 3 · Smart City · Where Should We Fix First?</dc:subject>
  <dc:creator/>
  <cp:keywords>DATATHON, CityFix AI, Smart City, explainable prioritization</cp:keywords>
  <dc:description>generated using python-pptx</dc:description>
  <cp:lastModifiedBy>Manas Kasetty</cp:lastModifiedBy>
  <cp:revision>2</cp:revision>
  <dcterms:created xsi:type="dcterms:W3CDTF">2013-01-27T09:14:16Z</dcterms:created>
  <dcterms:modified xsi:type="dcterms:W3CDTF">2026-10-16T05:23:34Z</dcterms:modified>
  <cp:category/>
</cp:coreProperties>
</file>